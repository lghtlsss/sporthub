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c08221b9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c08221b9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c08221b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c08221b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c08221b9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c08221b9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c08221b9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c08221b9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c08221b9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dc08221b9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f2c5033e7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f2c5033e7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SportHub 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социальная сеть для спортсменов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idx="1" type="body"/>
          </p:nvPr>
        </p:nvSpPr>
        <p:spPr>
          <a:xfrm>
            <a:off x="1177000" y="316925"/>
            <a:ext cx="7407900" cy="40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Описание:</a:t>
            </a:r>
            <a:br>
              <a:rPr b="1" lang="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Учебный веб-проект, представляющий собой платформу для взаимодействия пользователей, занимающихся спортом.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Цель проекта:</a:t>
            </a:r>
            <a:br>
              <a:rPr b="1" lang="ru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Создание современной социальной сети с упором на UX, визуальный стиль и работу с пользовательскими данными.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/>
              <a:t>Проблема и идея </a:t>
            </a:r>
            <a:endParaRPr sz="3300"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1303800" y="1389300"/>
            <a:ext cx="7030500" cy="31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chemeClr val="dk1"/>
                </a:solidFill>
              </a:rPr>
              <a:t>Проблема</a:t>
            </a:r>
            <a:endParaRPr b="1" sz="20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Спортсменам сложно находить единомышленников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Нет удобной платформы для обмена достижениями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chemeClr val="dk1"/>
                </a:solidFill>
              </a:rPr>
              <a:t>Решение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Мой сайт объединяет: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профили спортсменов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спортивные пост</a:t>
            </a:r>
            <a:r>
              <a:rPr lang="ru" sz="1400">
                <a:solidFill>
                  <a:schemeClr val="dk1"/>
                </a:solidFill>
              </a:rPr>
              <a:t>ы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sz="1400">
                <a:solidFill>
                  <a:schemeClr val="dk1"/>
                </a:solidFill>
              </a:rPr>
              <a:t>взаимодействие между пользователями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Функционал </a:t>
            </a:r>
            <a:endParaRPr sz="3400"/>
          </a:p>
        </p:txBody>
      </p:sp>
      <p:sp>
        <p:nvSpPr>
          <p:cNvPr id="295" name="Google Shape;295;p16"/>
          <p:cNvSpPr txBox="1"/>
          <p:nvPr>
            <p:ph idx="1" type="body"/>
          </p:nvPr>
        </p:nvSpPr>
        <p:spPr>
          <a:xfrm>
            <a:off x="1303800" y="17014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100">
                <a:solidFill>
                  <a:schemeClr val="dk1"/>
                </a:solidFill>
              </a:rPr>
              <a:t>Основные возможности:</a:t>
            </a:r>
            <a:endParaRPr b="1" sz="21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Регистрация и авторизация пользователей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Профиль (аватар, возраст, описание, спорт)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Создание и просмотр постов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Лента публикаций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Лайки и комментарии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API для работы с данными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 txBox="1"/>
          <p:nvPr>
            <p:ph type="title"/>
          </p:nvPr>
        </p:nvSpPr>
        <p:spPr>
          <a:xfrm>
            <a:off x="2820200" y="223325"/>
            <a:ext cx="50328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/>
              <a:t>Технологии </a:t>
            </a:r>
            <a:endParaRPr sz="3100"/>
          </a:p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3031925" y="3040550"/>
            <a:ext cx="3974400" cy="19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87">
                <a:solidFill>
                  <a:schemeClr val="dk1"/>
                </a:solidFill>
              </a:rPr>
              <a:t>Backend</a:t>
            </a:r>
            <a:r>
              <a:rPr b="1" lang="ru" sz="2687">
                <a:solidFill>
                  <a:schemeClr val="dk1"/>
                </a:solidFill>
              </a:rPr>
              <a:t>:</a:t>
            </a:r>
            <a:endParaRPr b="1" sz="2687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Python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Flask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Flask-Login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SQLAlchemy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ё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293525" y="1778550"/>
            <a:ext cx="2847900" cy="15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Frontend: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ru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HTML (Jinja2)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ru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CSS 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ru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JavaScript (запросы)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5193775" y="1799425"/>
            <a:ext cx="35826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Архитектура:</a:t>
            </a:r>
            <a:endParaRPr b="1" sz="24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ru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Микросервисный-подход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ru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REST-like API для взаимодействия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4" name="Google Shape;304;p17"/>
          <p:cNvCxnSpPr/>
          <p:nvPr/>
        </p:nvCxnSpPr>
        <p:spPr>
          <a:xfrm flipH="1" rot="10800000">
            <a:off x="598450" y="1898450"/>
            <a:ext cx="3338700" cy="353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17"/>
          <p:cNvCxnSpPr/>
          <p:nvPr/>
        </p:nvCxnSpPr>
        <p:spPr>
          <a:xfrm>
            <a:off x="3946625" y="1917700"/>
            <a:ext cx="3550200" cy="359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</a:t>
            </a:r>
            <a:r>
              <a:rPr lang="ru"/>
              <a:t> и развитие 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557700" y="1809000"/>
            <a:ext cx="4101000" cy="26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400">
                <a:solidFill>
                  <a:schemeClr val="dk1"/>
                </a:solidFill>
              </a:rPr>
              <a:t>UI/UX стиль:</a:t>
            </a:r>
            <a:endParaRPr b="1" sz="24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Тёмная тема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размытие, прозрачность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Neon-акценты (зелёный #00ff85)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Карточный интерфейс (как Strava / Instagram)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5051125" y="1809000"/>
            <a:ext cx="3000000" cy="1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Планы развития: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ru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Чат между спортсменами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ru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Статистика тренировок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lang="ru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Мобильная версия</a:t>
            </a:r>
            <a:endParaRPr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https://sporthub-e2gw.onrender.com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